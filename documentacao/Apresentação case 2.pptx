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0" r:id="rId5"/>
    <p:sldId id="268" r:id="rId6"/>
    <p:sldId id="269" r:id="rId7"/>
    <p:sldId id="264" r:id="rId8"/>
    <p:sldId id="271" r:id="rId9"/>
    <p:sldId id="266" r:id="rId10"/>
    <p:sldId id="273" r:id="rId11"/>
    <p:sldId id="272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67638-89F1-8F4A-B902-8948CFE70330}" v="3" dt="2025-04-29T22:43:23.377"/>
    <p1510:client id="{96EC0AE6-C95C-48D6-9792-23B3887EB424}" v="51" dt="2025-04-29T20:15:25.464"/>
    <p1510:client id="{F83538E1-A08E-0851-30FF-BDB54EC1E125}" v="1" dt="2025-04-29T22:47:3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2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3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1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Freire de Oliveira - 821224361" userId="67e60bb0-db45-4a52-acad-77db6e1f7f5a" providerId="ADAL" clId="{96EC0AE6-C95C-48D6-9792-23B3887EB424}"/>
    <pc:docChg chg="undo custSel addSld delSld modSld sldOrd">
      <pc:chgData name="Pedro Henrique Freire de Oliveira - 821224361" userId="67e60bb0-db45-4a52-acad-77db6e1f7f5a" providerId="ADAL" clId="{96EC0AE6-C95C-48D6-9792-23B3887EB424}" dt="2025-04-29T20:26:44.017" v="349" actId="20577"/>
      <pc:docMkLst>
        <pc:docMk/>
      </pc:docMkLst>
      <pc:sldChg chg="modSp del mod">
        <pc:chgData name="Pedro Henrique Freire de Oliveira - 821224361" userId="67e60bb0-db45-4a52-acad-77db6e1f7f5a" providerId="ADAL" clId="{96EC0AE6-C95C-48D6-9792-23B3887EB424}" dt="2025-04-29T16:01:13.690" v="111" actId="47"/>
        <pc:sldMkLst>
          <pc:docMk/>
          <pc:sldMk cId="199176900" sldId="262"/>
        </pc:sldMkLst>
        <pc:spChg chg="mod">
          <ac:chgData name="Pedro Henrique Freire de Oliveira - 821224361" userId="67e60bb0-db45-4a52-acad-77db6e1f7f5a" providerId="ADAL" clId="{96EC0AE6-C95C-48D6-9792-23B3887EB424}" dt="2025-04-29T15:53:27.631" v="34" actId="14100"/>
          <ac:spMkLst>
            <pc:docMk/>
            <pc:sldMk cId="199176900" sldId="262"/>
            <ac:spMk id="2" creationId="{3AB6FC94-DA45-9467-6FC0-B570BFB4765E}"/>
          </ac:spMkLst>
        </pc:spChg>
        <pc:spChg chg="mod">
          <ac:chgData name="Pedro Henrique Freire de Oliveira - 821224361" userId="67e60bb0-db45-4a52-acad-77db6e1f7f5a" providerId="ADAL" clId="{96EC0AE6-C95C-48D6-9792-23B3887EB424}" dt="2025-04-29T15:53:23.890" v="33" actId="14100"/>
          <ac:spMkLst>
            <pc:docMk/>
            <pc:sldMk cId="199176900" sldId="262"/>
            <ac:spMk id="3" creationId="{044DAD30-4B30-8E2C-B33A-88A1909DFAC6}"/>
          </ac:spMkLst>
        </pc:spChg>
      </pc:sldChg>
      <pc:sldChg chg="modSp add del mod">
        <pc:chgData name="Pedro Henrique Freire de Oliveira - 821224361" userId="67e60bb0-db45-4a52-acad-77db6e1f7f5a" providerId="ADAL" clId="{96EC0AE6-C95C-48D6-9792-23B3887EB424}" dt="2025-04-29T16:02:13.135" v="138" actId="47"/>
        <pc:sldMkLst>
          <pc:docMk/>
          <pc:sldMk cId="504911120" sldId="263"/>
        </pc:sldMkLst>
        <pc:spChg chg="mod">
          <ac:chgData name="Pedro Henrique Freire de Oliveira - 821224361" userId="67e60bb0-db45-4a52-acad-77db6e1f7f5a" providerId="ADAL" clId="{96EC0AE6-C95C-48D6-9792-23B3887EB424}" dt="2025-04-29T15:53:51.262" v="55" actId="20577"/>
          <ac:spMkLst>
            <pc:docMk/>
            <pc:sldMk cId="504911120" sldId="263"/>
            <ac:spMk id="2" creationId="{73108091-C109-8B64-58EA-19E7EB92EF03}"/>
          </ac:spMkLst>
        </pc:spChg>
        <pc:spChg chg="mod">
          <ac:chgData name="Pedro Henrique Freire de Oliveira - 821224361" userId="67e60bb0-db45-4a52-acad-77db6e1f7f5a" providerId="ADAL" clId="{96EC0AE6-C95C-48D6-9792-23B3887EB424}" dt="2025-04-29T15:54:54.100" v="62" actId="14100"/>
          <ac:spMkLst>
            <pc:docMk/>
            <pc:sldMk cId="504911120" sldId="263"/>
            <ac:spMk id="3" creationId="{A54B822A-4198-6C0C-ED1B-5734BACDC0F8}"/>
          </ac:spMkLst>
        </pc:spChg>
      </pc:sldChg>
      <pc:sldChg chg="addSp delSp modSp del mod">
        <pc:chgData name="Pedro Henrique Freire de Oliveira - 821224361" userId="67e60bb0-db45-4a52-acad-77db6e1f7f5a" providerId="ADAL" clId="{96EC0AE6-C95C-48D6-9792-23B3887EB424}" dt="2025-04-29T15:53:38.290" v="35" actId="47"/>
        <pc:sldMkLst>
          <pc:docMk/>
          <pc:sldMk cId="1754178454" sldId="263"/>
        </pc:sldMkLst>
        <pc:spChg chg="mod">
          <ac:chgData name="Pedro Henrique Freire de Oliveira - 821224361" userId="67e60bb0-db45-4a52-acad-77db6e1f7f5a" providerId="ADAL" clId="{96EC0AE6-C95C-48D6-9792-23B3887EB424}" dt="2025-04-29T15:53:05.843" v="31" actId="1076"/>
          <ac:spMkLst>
            <pc:docMk/>
            <pc:sldMk cId="1754178454" sldId="263"/>
            <ac:spMk id="2" creationId="{5EC40012-590F-B19B-5922-FFBEA4A863A8}"/>
          </ac:spMkLst>
        </pc:spChg>
        <pc:spChg chg="add del mod">
          <ac:chgData name="Pedro Henrique Freire de Oliveira - 821224361" userId="67e60bb0-db45-4a52-acad-77db6e1f7f5a" providerId="ADAL" clId="{96EC0AE6-C95C-48D6-9792-23B3887EB424}" dt="2025-04-29T15:52:50.602" v="29" actId="14100"/>
          <ac:spMkLst>
            <pc:docMk/>
            <pc:sldMk cId="1754178454" sldId="263"/>
            <ac:spMk id="3" creationId="{E83B4CD6-6F08-0EAC-18B9-E5C78329F364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15:51:46.937" v="23"/>
          <ac:spMkLst>
            <pc:docMk/>
            <pc:sldMk cId="1754178454" sldId="263"/>
            <ac:spMk id="4" creationId="{7DB7F54D-0796-D0B3-58C2-DA9E8E9183A4}"/>
          </ac:spMkLst>
        </pc:spChg>
      </pc:sldChg>
      <pc:sldChg chg="modSp add mod setBg">
        <pc:chgData name="Pedro Henrique Freire de Oliveira - 821224361" userId="67e60bb0-db45-4a52-acad-77db6e1f7f5a" providerId="ADAL" clId="{96EC0AE6-C95C-48D6-9792-23B3887EB424}" dt="2025-04-29T16:09:20.438" v="235"/>
        <pc:sldMkLst>
          <pc:docMk/>
          <pc:sldMk cId="707961778" sldId="264"/>
        </pc:sldMkLst>
        <pc:spChg chg="mod">
          <ac:chgData name="Pedro Henrique Freire de Oliveira - 821224361" userId="67e60bb0-db45-4a52-acad-77db6e1f7f5a" providerId="ADAL" clId="{96EC0AE6-C95C-48D6-9792-23B3887EB424}" dt="2025-04-29T15:55:25.381" v="64"/>
          <ac:spMkLst>
            <pc:docMk/>
            <pc:sldMk cId="707961778" sldId="264"/>
            <ac:spMk id="2" creationId="{D33CE5E5-4686-6007-0548-C1DF8F86E68D}"/>
          </ac:spMkLst>
        </pc:spChg>
        <pc:spChg chg="mod">
          <ac:chgData name="Pedro Henrique Freire de Oliveira - 821224361" userId="67e60bb0-db45-4a52-acad-77db6e1f7f5a" providerId="ADAL" clId="{96EC0AE6-C95C-48D6-9792-23B3887EB424}" dt="2025-04-29T15:55:59.532" v="68" actId="20577"/>
          <ac:spMkLst>
            <pc:docMk/>
            <pc:sldMk cId="707961778" sldId="264"/>
            <ac:spMk id="3" creationId="{4C1A144A-2883-43DC-5128-709DE3ED82EB}"/>
          </ac:spMkLst>
        </pc:spChg>
      </pc:sldChg>
      <pc:sldChg chg="new del">
        <pc:chgData name="Pedro Henrique Freire de Oliveira - 821224361" userId="67e60bb0-db45-4a52-acad-77db6e1f7f5a" providerId="ADAL" clId="{96EC0AE6-C95C-48D6-9792-23B3887EB424}" dt="2025-04-29T15:56:34.714" v="71" actId="47"/>
        <pc:sldMkLst>
          <pc:docMk/>
          <pc:sldMk cId="4024847707" sldId="265"/>
        </pc:sldMkLst>
      </pc:sldChg>
      <pc:sldChg chg="addSp delSp modSp add mod setBg">
        <pc:chgData name="Pedro Henrique Freire de Oliveira - 821224361" userId="67e60bb0-db45-4a52-acad-77db6e1f7f5a" providerId="ADAL" clId="{96EC0AE6-C95C-48D6-9792-23B3887EB424}" dt="2025-04-29T20:12:37.205" v="280" actId="15"/>
        <pc:sldMkLst>
          <pc:docMk/>
          <pc:sldMk cId="1707370579" sldId="266"/>
        </pc:sldMkLst>
        <pc:spChg chg="mod">
          <ac:chgData name="Pedro Henrique Freire de Oliveira - 821224361" userId="67e60bb0-db45-4a52-acad-77db6e1f7f5a" providerId="ADAL" clId="{96EC0AE6-C95C-48D6-9792-23B3887EB424}" dt="2025-04-29T20:11:44.382" v="270" actId="1076"/>
          <ac:spMkLst>
            <pc:docMk/>
            <pc:sldMk cId="1707370579" sldId="266"/>
            <ac:spMk id="2" creationId="{710A7BCC-1245-2884-6147-E6EB7C7BF90F}"/>
          </ac:spMkLst>
        </pc:spChg>
        <pc:spChg chg="add del mod">
          <ac:chgData name="Pedro Henrique Freire de Oliveira - 821224361" userId="67e60bb0-db45-4a52-acad-77db6e1f7f5a" providerId="ADAL" clId="{96EC0AE6-C95C-48D6-9792-23B3887EB424}" dt="2025-04-29T20:12:37.205" v="280" actId="15"/>
          <ac:spMkLst>
            <pc:docMk/>
            <pc:sldMk cId="1707370579" sldId="266"/>
            <ac:spMk id="3" creationId="{0727AB64-AB5A-E83E-7BE1-8B99BB9654CC}"/>
          </ac:spMkLst>
        </pc:spChg>
        <pc:spChg chg="add">
          <ac:chgData name="Pedro Henrique Freire de Oliveira - 821224361" userId="67e60bb0-db45-4a52-acad-77db6e1f7f5a" providerId="ADAL" clId="{96EC0AE6-C95C-48D6-9792-23B3887EB424}" dt="2025-04-29T15:56:53.198" v="73"/>
          <ac:spMkLst>
            <pc:docMk/>
            <pc:sldMk cId="1707370579" sldId="266"/>
            <ac:spMk id="4" creationId="{E8E17880-2AC2-A5D9-5804-69041A9D5D75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15:57:02.491" v="78"/>
          <ac:spMkLst>
            <pc:docMk/>
            <pc:sldMk cId="1707370579" sldId="266"/>
            <ac:spMk id="5" creationId="{128E78FA-1BDE-D442-A9BC-913DEBB6CC8D}"/>
          </ac:spMkLst>
        </pc:spChg>
      </pc:sldChg>
      <pc:sldChg chg="new del">
        <pc:chgData name="Pedro Henrique Freire de Oliveira - 821224361" userId="67e60bb0-db45-4a52-acad-77db6e1f7f5a" providerId="ADAL" clId="{96EC0AE6-C95C-48D6-9792-23B3887EB424}" dt="2025-04-29T15:57:50.940" v="90" actId="47"/>
        <pc:sldMkLst>
          <pc:docMk/>
          <pc:sldMk cId="1320670337" sldId="267"/>
        </pc:sldMkLst>
      </pc:sldChg>
      <pc:sldChg chg="modSp add del mod modTransition setBg">
        <pc:chgData name="Pedro Henrique Freire de Oliveira - 821224361" userId="67e60bb0-db45-4a52-acad-77db6e1f7f5a" providerId="ADAL" clId="{96EC0AE6-C95C-48D6-9792-23B3887EB424}" dt="2025-04-29T20:13:27.537" v="285" actId="2696"/>
        <pc:sldMkLst>
          <pc:docMk/>
          <pc:sldMk cId="2708681465" sldId="267"/>
        </pc:sldMkLst>
        <pc:spChg chg="mod">
          <ac:chgData name="Pedro Henrique Freire de Oliveira - 821224361" userId="67e60bb0-db45-4a52-acad-77db6e1f7f5a" providerId="ADAL" clId="{96EC0AE6-C95C-48D6-9792-23B3887EB424}" dt="2025-04-29T15:57:59.294" v="101" actId="20577"/>
          <ac:spMkLst>
            <pc:docMk/>
            <pc:sldMk cId="2708681465" sldId="267"/>
            <ac:spMk id="2" creationId="{6EE7FA7B-E878-77C6-EAE7-371B9717E292}"/>
          </ac:spMkLst>
        </pc:spChg>
        <pc:spChg chg="mod">
          <ac:chgData name="Pedro Henrique Freire de Oliveira - 821224361" userId="67e60bb0-db45-4a52-acad-77db6e1f7f5a" providerId="ADAL" clId="{96EC0AE6-C95C-48D6-9792-23B3887EB424}" dt="2025-04-29T20:12:59.416" v="281" actId="14100"/>
          <ac:spMkLst>
            <pc:docMk/>
            <pc:sldMk cId="2708681465" sldId="267"/>
            <ac:spMk id="3" creationId="{DAB73AEB-DBD5-FE08-EEF3-A101E8E14236}"/>
          </ac:spMkLst>
        </pc:spChg>
      </pc:sldChg>
      <pc:sldChg chg="addSp delSp modSp add mod modTransition delAnim">
        <pc:chgData name="Pedro Henrique Freire de Oliveira - 821224361" userId="67e60bb0-db45-4a52-acad-77db6e1f7f5a" providerId="ADAL" clId="{96EC0AE6-C95C-48D6-9792-23B3887EB424}" dt="2025-04-29T16:10:38.483" v="239"/>
        <pc:sldMkLst>
          <pc:docMk/>
          <pc:sldMk cId="2670449541" sldId="268"/>
        </pc:sldMkLst>
        <pc:spChg chg="del">
          <ac:chgData name="Pedro Henrique Freire de Oliveira - 821224361" userId="67e60bb0-db45-4a52-acad-77db6e1f7f5a" providerId="ADAL" clId="{96EC0AE6-C95C-48D6-9792-23B3887EB424}" dt="2025-04-29T15:58:38.254" v="103" actId="478"/>
          <ac:spMkLst>
            <pc:docMk/>
            <pc:sldMk cId="2670449541" sldId="268"/>
            <ac:spMk id="2" creationId="{6AB19D55-754A-A69A-95E8-ABDFA30F06E6}"/>
          </ac:spMkLst>
        </pc:spChg>
        <pc:spChg chg="del">
          <ac:chgData name="Pedro Henrique Freire de Oliveira - 821224361" userId="67e60bb0-db45-4a52-acad-77db6e1f7f5a" providerId="ADAL" clId="{96EC0AE6-C95C-48D6-9792-23B3887EB424}" dt="2025-04-29T15:58:41.456" v="105" actId="478"/>
          <ac:spMkLst>
            <pc:docMk/>
            <pc:sldMk cId="2670449541" sldId="268"/>
            <ac:spMk id="3" creationId="{6E50B043-80C9-37F6-CE84-A7843B42F5A2}"/>
          </ac:spMkLst>
        </pc:spChg>
        <pc:spChg chg="add del mod">
          <ac:chgData name="Pedro Henrique Freire de Oliveira - 821224361" userId="67e60bb0-db45-4a52-acad-77db6e1f7f5a" providerId="ADAL" clId="{96EC0AE6-C95C-48D6-9792-23B3887EB424}" dt="2025-04-29T15:58:40.252" v="104" actId="478"/>
          <ac:spMkLst>
            <pc:docMk/>
            <pc:sldMk cId="2670449541" sldId="268"/>
            <ac:spMk id="5" creationId="{64540EF1-D939-81E5-964D-A85A11706679}"/>
          </ac:spMkLst>
        </pc:spChg>
        <pc:spChg chg="add del mod">
          <ac:chgData name="Pedro Henrique Freire de Oliveira - 821224361" userId="67e60bb0-db45-4a52-acad-77db6e1f7f5a" providerId="ADAL" clId="{96EC0AE6-C95C-48D6-9792-23B3887EB424}" dt="2025-04-29T15:58:42.665" v="106" actId="478"/>
          <ac:spMkLst>
            <pc:docMk/>
            <pc:sldMk cId="2670449541" sldId="268"/>
            <ac:spMk id="7" creationId="{8A1701A7-0039-2A7F-DE33-FCDC1C2FEDAD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15:58:50.949" v="107"/>
          <ac:spMkLst>
            <pc:docMk/>
            <pc:sldMk cId="2670449541" sldId="268"/>
            <ac:spMk id="8" creationId="{0E234BDD-C97C-CF5F-FD39-DA8B5D986BCD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15:59:14.750" v="110" actId="1076"/>
          <ac:spMkLst>
            <pc:docMk/>
            <pc:sldMk cId="2670449541" sldId="268"/>
            <ac:spMk id="9" creationId="{9B8BEAD8-6F89-6D33-EEB5-CD3813E66148}"/>
          </ac:spMkLst>
        </pc:spChg>
      </pc:sldChg>
      <pc:sldChg chg="modSp add mod modTransition">
        <pc:chgData name="Pedro Henrique Freire de Oliveira - 821224361" userId="67e60bb0-db45-4a52-acad-77db6e1f7f5a" providerId="ADAL" clId="{96EC0AE6-C95C-48D6-9792-23B3887EB424}" dt="2025-04-29T16:10:41.194" v="240"/>
        <pc:sldMkLst>
          <pc:docMk/>
          <pc:sldMk cId="3183696647" sldId="269"/>
        </pc:sldMkLst>
        <pc:spChg chg="mod">
          <ac:chgData name="Pedro Henrique Freire de Oliveira - 821224361" userId="67e60bb0-db45-4a52-acad-77db6e1f7f5a" providerId="ADAL" clId="{96EC0AE6-C95C-48D6-9792-23B3887EB424}" dt="2025-04-29T16:01:30.457" v="135" actId="20577"/>
          <ac:spMkLst>
            <pc:docMk/>
            <pc:sldMk cId="3183696647" sldId="269"/>
            <ac:spMk id="8" creationId="{73559C79-B687-276D-8924-05B197C4494D}"/>
          </ac:spMkLst>
        </pc:spChg>
        <pc:spChg chg="mod">
          <ac:chgData name="Pedro Henrique Freire de Oliveira - 821224361" userId="67e60bb0-db45-4a52-acad-77db6e1f7f5a" providerId="ADAL" clId="{96EC0AE6-C95C-48D6-9792-23B3887EB424}" dt="2025-04-29T16:01:53.016" v="137" actId="403"/>
          <ac:spMkLst>
            <pc:docMk/>
            <pc:sldMk cId="3183696647" sldId="269"/>
            <ac:spMk id="9" creationId="{38F6BA98-8EB4-9024-9F42-A9DD5B1BADE6}"/>
          </ac:spMkLst>
        </pc:spChg>
      </pc:sldChg>
      <pc:sldChg chg="addSp delSp modSp new del mod">
        <pc:chgData name="Pedro Henrique Freire de Oliveira - 821224361" userId="67e60bb0-db45-4a52-acad-77db6e1f7f5a" providerId="ADAL" clId="{96EC0AE6-C95C-48D6-9792-23B3887EB424}" dt="2025-04-29T16:05:08.819" v="195" actId="47"/>
        <pc:sldMkLst>
          <pc:docMk/>
          <pc:sldMk cId="2402630558" sldId="270"/>
        </pc:sldMkLst>
        <pc:spChg chg="mod">
          <ac:chgData name="Pedro Henrique Freire de Oliveira - 821224361" userId="67e60bb0-db45-4a52-acad-77db6e1f7f5a" providerId="ADAL" clId="{96EC0AE6-C95C-48D6-9792-23B3887EB424}" dt="2025-04-29T16:04:10.492" v="158" actId="120"/>
          <ac:spMkLst>
            <pc:docMk/>
            <pc:sldMk cId="2402630558" sldId="270"/>
            <ac:spMk id="2" creationId="{66F16D7F-4403-DBFB-3D69-194B78939FB1}"/>
          </ac:spMkLst>
        </pc:spChg>
        <pc:spChg chg="del">
          <ac:chgData name="Pedro Henrique Freire de Oliveira - 821224361" userId="67e60bb0-db45-4a52-acad-77db6e1f7f5a" providerId="ADAL" clId="{96EC0AE6-C95C-48D6-9792-23B3887EB424}" dt="2025-04-29T16:03:55.099" v="156" actId="478"/>
          <ac:spMkLst>
            <pc:docMk/>
            <pc:sldMk cId="2402630558" sldId="270"/>
            <ac:spMk id="3" creationId="{76BF44EE-3B1E-C758-26F6-463DB00EFDA4}"/>
          </ac:spMkLst>
        </pc:spChg>
        <pc:picChg chg="add mod">
          <ac:chgData name="Pedro Henrique Freire de Oliveira - 821224361" userId="67e60bb0-db45-4a52-acad-77db6e1f7f5a" providerId="ADAL" clId="{96EC0AE6-C95C-48D6-9792-23B3887EB424}" dt="2025-04-29T16:04:20.088" v="159" actId="14100"/>
          <ac:picMkLst>
            <pc:docMk/>
            <pc:sldMk cId="2402630558" sldId="270"/>
            <ac:picMk id="3074" creationId="{3C6F8EE8-9941-8C2A-C28B-4BC4DFE4A866}"/>
          </ac:picMkLst>
        </pc:picChg>
      </pc:sldChg>
      <pc:sldChg chg="addSp delSp modSp add mod modTransition setBg">
        <pc:chgData name="Pedro Henrique Freire de Oliveira - 821224361" userId="67e60bb0-db45-4a52-acad-77db6e1f7f5a" providerId="ADAL" clId="{96EC0AE6-C95C-48D6-9792-23B3887EB424}" dt="2025-04-29T20:17:09.447" v="347" actId="14100"/>
        <pc:sldMkLst>
          <pc:docMk/>
          <pc:sldMk cId="1566935174" sldId="271"/>
        </pc:sldMkLst>
        <pc:spChg chg="mod">
          <ac:chgData name="Pedro Henrique Freire de Oliveira - 821224361" userId="67e60bb0-db45-4a52-acad-77db6e1f7f5a" providerId="ADAL" clId="{96EC0AE6-C95C-48D6-9792-23B3887EB424}" dt="2025-04-29T20:07:41.542" v="252" actId="1076"/>
          <ac:spMkLst>
            <pc:docMk/>
            <pc:sldMk cId="1566935174" sldId="271"/>
            <ac:spMk id="2" creationId="{C7517986-1876-1671-E2BA-DE810583EB53}"/>
          </ac:spMkLst>
        </pc:spChg>
        <pc:spChg chg="del mod">
          <ac:chgData name="Pedro Henrique Freire de Oliveira - 821224361" userId="67e60bb0-db45-4a52-acad-77db6e1f7f5a" providerId="ADAL" clId="{96EC0AE6-C95C-48D6-9792-23B3887EB424}" dt="2025-04-29T16:04:39.831" v="162" actId="478"/>
          <ac:spMkLst>
            <pc:docMk/>
            <pc:sldMk cId="1566935174" sldId="271"/>
            <ac:spMk id="3" creationId="{45A13056-B75B-2D14-99A6-3CD9A2EFC88D}"/>
          </ac:spMkLst>
        </pc:spChg>
        <pc:picChg chg="add mod">
          <ac:chgData name="Pedro Henrique Freire de Oliveira - 821224361" userId="67e60bb0-db45-4a52-acad-77db6e1f7f5a" providerId="ADAL" clId="{96EC0AE6-C95C-48D6-9792-23B3887EB424}" dt="2025-04-29T20:17:09.447" v="347" actId="14100"/>
          <ac:picMkLst>
            <pc:docMk/>
            <pc:sldMk cId="1566935174" sldId="271"/>
            <ac:picMk id="3" creationId="{044B3F4F-18D8-02CD-EEAB-FF7D193B5F47}"/>
          </ac:picMkLst>
        </pc:picChg>
        <pc:picChg chg="add del mod">
          <ac:chgData name="Pedro Henrique Freire de Oliveira - 821224361" userId="67e60bb0-db45-4a52-acad-77db6e1f7f5a" providerId="ADAL" clId="{96EC0AE6-C95C-48D6-9792-23B3887EB424}" dt="2025-04-29T20:06:50.069" v="243" actId="478"/>
          <ac:picMkLst>
            <pc:docMk/>
            <pc:sldMk cId="1566935174" sldId="271"/>
            <ac:picMk id="4" creationId="{7F7EAEC0-6105-5401-29F0-6E73438F036F}"/>
          </ac:picMkLst>
        </pc:picChg>
      </pc:sldChg>
      <pc:sldChg chg="delSp modSp new mod modTransition">
        <pc:chgData name="Pedro Henrique Freire de Oliveira - 821224361" userId="67e60bb0-db45-4a52-acad-77db6e1f7f5a" providerId="ADAL" clId="{96EC0AE6-C95C-48D6-9792-23B3887EB424}" dt="2025-04-29T20:26:44.017" v="349" actId="20577"/>
        <pc:sldMkLst>
          <pc:docMk/>
          <pc:sldMk cId="165893014" sldId="272"/>
        </pc:sldMkLst>
        <pc:spChg chg="mod">
          <ac:chgData name="Pedro Henrique Freire de Oliveira - 821224361" userId="67e60bb0-db45-4a52-acad-77db6e1f7f5a" providerId="ADAL" clId="{96EC0AE6-C95C-48D6-9792-23B3887EB424}" dt="2025-04-29T20:26:44.017" v="349" actId="20577"/>
          <ac:spMkLst>
            <pc:docMk/>
            <pc:sldMk cId="165893014" sldId="272"/>
            <ac:spMk id="2" creationId="{B14E5D3B-5D1C-629C-F159-658EE8E76D00}"/>
          </ac:spMkLst>
        </pc:spChg>
        <pc:spChg chg="del">
          <ac:chgData name="Pedro Henrique Freire de Oliveira - 821224361" userId="67e60bb0-db45-4a52-acad-77db6e1f7f5a" providerId="ADAL" clId="{96EC0AE6-C95C-48D6-9792-23B3887EB424}" dt="2025-04-29T16:07:07.604" v="222" actId="478"/>
          <ac:spMkLst>
            <pc:docMk/>
            <pc:sldMk cId="165893014" sldId="272"/>
            <ac:spMk id="3" creationId="{ACB537B6-509B-3FDF-0CF7-B0C46A0ECE14}"/>
          </ac:spMkLst>
        </pc:spChg>
      </pc:sldChg>
      <pc:sldChg chg="addSp delSp modSp add mod ord">
        <pc:chgData name="Pedro Henrique Freire de Oliveira - 821224361" userId="67e60bb0-db45-4a52-acad-77db6e1f7f5a" providerId="ADAL" clId="{96EC0AE6-C95C-48D6-9792-23B3887EB424}" dt="2025-04-29T20:16:50.660" v="345" actId="20577"/>
        <pc:sldMkLst>
          <pc:docMk/>
          <pc:sldMk cId="2338613354" sldId="273"/>
        </pc:sldMkLst>
        <pc:spChg chg="mod">
          <ac:chgData name="Pedro Henrique Freire de Oliveira - 821224361" userId="67e60bb0-db45-4a52-acad-77db6e1f7f5a" providerId="ADAL" clId="{96EC0AE6-C95C-48D6-9792-23B3887EB424}" dt="2025-04-29T20:13:37.164" v="299" actId="27636"/>
          <ac:spMkLst>
            <pc:docMk/>
            <pc:sldMk cId="2338613354" sldId="273"/>
            <ac:spMk id="2" creationId="{A3C8A5A0-6192-634A-8938-EACCA2671B73}"/>
          </ac:spMkLst>
        </pc:spChg>
        <pc:spChg chg="add del mod">
          <ac:chgData name="Pedro Henrique Freire de Oliveira - 821224361" userId="67e60bb0-db45-4a52-acad-77db6e1f7f5a" providerId="ADAL" clId="{96EC0AE6-C95C-48D6-9792-23B3887EB424}" dt="2025-04-29T20:16:50.660" v="345" actId="20577"/>
          <ac:spMkLst>
            <pc:docMk/>
            <pc:sldMk cId="2338613354" sldId="273"/>
            <ac:spMk id="4" creationId="{B147DE58-4BAF-4091-1955-E2C560FFAD83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20:16:44.613" v="344" actId="20577"/>
          <ac:spMkLst>
            <pc:docMk/>
            <pc:sldMk cId="2338613354" sldId="273"/>
            <ac:spMk id="5" creationId="{7CD1BFDB-ACCF-89A1-27B8-AA8D50C55D75}"/>
          </ac:spMkLst>
        </pc:spChg>
        <pc:spChg chg="add mod">
          <ac:chgData name="Pedro Henrique Freire de Oliveira - 821224361" userId="67e60bb0-db45-4a52-acad-77db6e1f7f5a" providerId="ADAL" clId="{96EC0AE6-C95C-48D6-9792-23B3887EB424}" dt="2025-04-29T20:15:25.442" v="320"/>
          <ac:spMkLst>
            <pc:docMk/>
            <pc:sldMk cId="2338613354" sldId="273"/>
            <ac:spMk id="6" creationId="{D9487792-CB0C-18F6-D6A9-916479779A53}"/>
          </ac:spMkLst>
        </pc:spChg>
        <pc:picChg chg="del">
          <ac:chgData name="Pedro Henrique Freire de Oliveira - 821224361" userId="67e60bb0-db45-4a52-acad-77db6e1f7f5a" providerId="ADAL" clId="{96EC0AE6-C95C-48D6-9792-23B3887EB424}" dt="2025-04-29T20:13:39.018" v="300" actId="478"/>
          <ac:picMkLst>
            <pc:docMk/>
            <pc:sldMk cId="2338613354" sldId="273"/>
            <ac:picMk id="3" creationId="{AB304914-7F5D-475A-CEEB-0CB5DE692798}"/>
          </ac:picMkLst>
        </pc:picChg>
      </pc:sldChg>
    </pc:docChg>
  </pc:docChgLst>
  <pc:docChgLst>
    <pc:chgData name="Pedro Henrique Freire de Oliveira - 821224361" userId="S::821224361@ulife.com.br::67e60bb0-db45-4a52-acad-77db6e1f7f5a" providerId="AD" clId="Web-{F83538E1-A08E-0851-30FF-BDB54EC1E125}"/>
    <pc:docChg chg="modSld">
      <pc:chgData name="Pedro Henrique Freire de Oliveira - 821224361" userId="S::821224361@ulife.com.br::67e60bb0-db45-4a52-acad-77db6e1f7f5a" providerId="AD" clId="Web-{F83538E1-A08E-0851-30FF-BDB54EC1E125}" dt="2025-04-29T22:47:31.326" v="0"/>
      <pc:docMkLst>
        <pc:docMk/>
      </pc:docMkLst>
      <pc:sldChg chg="modTransition">
        <pc:chgData name="Pedro Henrique Freire de Oliveira - 821224361" userId="S::821224361@ulife.com.br::67e60bb0-db45-4a52-acad-77db6e1f7f5a" providerId="AD" clId="Web-{F83538E1-A08E-0851-30FF-BDB54EC1E125}" dt="2025-04-29T22:47:31.326" v="0"/>
        <pc:sldMkLst>
          <pc:docMk/>
          <pc:sldMk cId="1707370579" sldId="266"/>
        </pc:sldMkLst>
      </pc:sldChg>
    </pc:docChg>
  </pc:docChgLst>
  <pc:docChgLst>
    <pc:chgData name="Pedro Henrique Freire de Oliveira - 821224361" userId="67e60bb0-db45-4a52-acad-77db6e1f7f5a" providerId="ADAL" clId="{47767638-89F1-8F4A-B902-8948CFE70330}"/>
    <pc:docChg chg="undo custSel modSld sldOrd">
      <pc:chgData name="Pedro Henrique Freire de Oliveira - 821224361" userId="67e60bb0-db45-4a52-acad-77db6e1f7f5a" providerId="ADAL" clId="{47767638-89F1-8F4A-B902-8948CFE70330}" dt="2025-04-29T22:43:44.523" v="18" actId="20578"/>
      <pc:docMkLst>
        <pc:docMk/>
      </pc:docMkLst>
      <pc:sldChg chg="setBg">
        <pc:chgData name="Pedro Henrique Freire de Oliveira - 821224361" userId="67e60bb0-db45-4a52-acad-77db6e1f7f5a" providerId="ADAL" clId="{47767638-89F1-8F4A-B902-8948CFE70330}" dt="2025-04-29T22:43:23.370" v="17"/>
        <pc:sldMkLst>
          <pc:docMk/>
          <pc:sldMk cId="1707370579" sldId="266"/>
        </pc:sldMkLst>
      </pc:sldChg>
      <pc:sldChg chg="ord">
        <pc:chgData name="Pedro Henrique Freire de Oliveira - 821224361" userId="67e60bb0-db45-4a52-acad-77db6e1f7f5a" providerId="ADAL" clId="{47767638-89F1-8F4A-B902-8948CFE70330}" dt="2025-04-29T22:43:44.523" v="18" actId="20578"/>
        <pc:sldMkLst>
          <pc:docMk/>
          <pc:sldMk cId="1566935174" sldId="271"/>
        </pc:sldMkLst>
      </pc:sldChg>
      <pc:sldChg chg="addSp modSp mod">
        <pc:chgData name="Pedro Henrique Freire de Oliveira - 821224361" userId="67e60bb0-db45-4a52-acad-77db6e1f7f5a" providerId="ADAL" clId="{47767638-89F1-8F4A-B902-8948CFE70330}" dt="2025-04-29T22:05:41.122" v="16" actId="1076"/>
        <pc:sldMkLst>
          <pc:docMk/>
          <pc:sldMk cId="165893014" sldId="272"/>
        </pc:sldMkLst>
        <pc:spChg chg="mod">
          <ac:chgData name="Pedro Henrique Freire de Oliveira - 821224361" userId="67e60bb0-db45-4a52-acad-77db6e1f7f5a" providerId="ADAL" clId="{47767638-89F1-8F4A-B902-8948CFE70330}" dt="2025-04-29T22:05:41.122" v="16" actId="1076"/>
          <ac:spMkLst>
            <pc:docMk/>
            <pc:sldMk cId="165893014" sldId="272"/>
            <ac:spMk id="2" creationId="{B14E5D3B-5D1C-629C-F159-658EE8E76D00}"/>
          </ac:spMkLst>
        </pc:spChg>
        <pc:spChg chg="add mod">
          <ac:chgData name="Pedro Henrique Freire de Oliveira - 821224361" userId="67e60bb0-db45-4a52-acad-77db6e1f7f5a" providerId="ADAL" clId="{47767638-89F1-8F4A-B902-8948CFE70330}" dt="2025-04-29T22:03:39.883" v="15" actId="20577"/>
          <ac:spMkLst>
            <pc:docMk/>
            <pc:sldMk cId="165893014" sldId="272"/>
            <ac:spMk id="3" creationId="{4A9E9633-B26D-9930-A31B-1BDC7A245D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DAA536-C7F2-4B6B-B9BB-E357BBCAD433}" type="datetime1">
              <a:rPr lang="pt-BR" smtClean="0"/>
              <a:t>29/04/2025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92F7D-7913-41F4-AD10-721E4224AE86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AFEC-BF6C-A1E0-F0D9-52D33779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B1A9F97-C9C4-9813-F5CC-59678608E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557E3D-994A-D50A-8468-F6025278F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9F1111F-894E-ABCA-9672-F08C1D4672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251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7FD16-CDF1-3066-C32C-E0DC8F6B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CE489D7-5420-1EEA-23B5-510AEF64D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4ADF0C-B2D2-0BE1-368D-848F2AF1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E1373F2-1B5D-AEB7-92FA-F6FE612D6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93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orma Livre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orma Livre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orma Livre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orma Livre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orma livre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orma Livre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D4360A-774B-43FB-9A82-6DC8310FC604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D5482C-C188-43CE-8475-70AA41B4E622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4F0E1-2203-47F9-B982-B43DBAE32EC0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9131CF-BCC3-403F-A89D-FC4AF6731286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12F02E-519A-4B65-926C-AFF8D2EBC9EE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D7F960-212E-4F03-A7DD-150EFB8BB213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7E8D44-B46E-4564-8E58-922FC96E3F79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6CFF03-DC6F-4E3B-B96F-D76238A76C64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062F6A-6E69-468E-88BD-967050BCAACF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920B0-BC8D-4518-AC5B-736E8A5C84D7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DEA9E-8CA2-43E6-A727-04732B5EADBA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 de texto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Caixa de texto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EA80A2-5E8D-497E-8E6D-9D4FE7F638A1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4FC8EE-C060-472D-B892-0EA630A39E66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 de texto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Caixa de texto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98B3B6-4F23-49E7-A078-4121BF5620D4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pt-BR" noProof="0"/>
              <a:t>Clique para editar o título Mestre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9BA5EA-E59C-429C-88EE-C97373715888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238A44-BB78-405B-B282-31F2B2F473E5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9E3DF9-D0AA-4D50-ADCF-6A2680A4C98E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orma Livre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orma Livre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orma Livre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orma Livre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orma Livre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orma Livre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556A4D-3868-47B6-A2D2-3E2087AC35B2}" type="datetime1">
              <a:rPr lang="pt-BR" noProof="0" smtClean="0"/>
              <a:t>29/04/2025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eBerlattoUSJT/Elevator_Case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tângulo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orma Livre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orma Livre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orma Livre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orma Livre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de-DE" sz="6600" b="0" dirty="0">
                <a:solidFill>
                  <a:srgbClr val="FFFFFF"/>
                </a:solidFill>
                <a:ea typeface="+mj-lt"/>
                <a:cs typeface="+mj-lt"/>
              </a:rPr>
              <a:t>Case 2 – Simulação de Elevador com Autômato de Pilha</a:t>
            </a:r>
            <a:endParaRPr lang="pt-BR" sz="6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 rtlCol="0">
            <a:normAutofit/>
          </a:bodyPr>
          <a:lstStyle/>
          <a:p>
            <a:pPr algn="l"/>
            <a:r>
              <a:rPr lang="de-DE" b="0" dirty="0">
                <a:solidFill>
                  <a:srgbClr val="FFFFFF"/>
                </a:solidFill>
                <a:ea typeface="+mn-lt"/>
                <a:cs typeface="+mn-lt"/>
              </a:rPr>
              <a:t>Teoria da Computação e Compiladores – Grupo 13</a:t>
            </a:r>
            <a:endParaRPr lang="pt-BR" dirty="0">
              <a:solidFill>
                <a:srgbClr val="FFFF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1E7AF-9059-E038-C45C-0643C65B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tângulo 20">
            <a:extLst>
              <a:ext uri="{FF2B5EF4-FFF2-40B4-BE49-F238E27FC236}">
                <a16:creationId xmlns:a16="http://schemas.microsoft.com/office/drawing/2014/main" id="{6624E67A-179D-8101-84F8-5BA9FEBAD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12D1113-00BA-EA8B-CEBF-3342620D1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orma Livre 6">
              <a:extLst>
                <a:ext uri="{FF2B5EF4-FFF2-40B4-BE49-F238E27FC236}">
                  <a16:creationId xmlns:a16="http://schemas.microsoft.com/office/drawing/2014/main" id="{3E087BBD-90DE-B291-87A3-FA6254CE2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orma Livre 7">
              <a:extLst>
                <a:ext uri="{FF2B5EF4-FFF2-40B4-BE49-F238E27FC236}">
                  <a16:creationId xmlns:a16="http://schemas.microsoft.com/office/drawing/2014/main" id="{F6FFF1AE-3F5B-3837-341C-40BCBB23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orma Livre 12">
              <a:extLst>
                <a:ext uri="{FF2B5EF4-FFF2-40B4-BE49-F238E27FC236}">
                  <a16:creationId xmlns:a16="http://schemas.microsoft.com/office/drawing/2014/main" id="{214368F0-CCAC-04F1-C7AB-9E49192BC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orma Livre 13">
              <a:extLst>
                <a:ext uri="{FF2B5EF4-FFF2-40B4-BE49-F238E27FC236}">
                  <a16:creationId xmlns:a16="http://schemas.microsoft.com/office/drawing/2014/main" id="{3A19C4E8-2BD0-643E-FBD1-37424F332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14">
              <a:extLst>
                <a:ext uri="{FF2B5EF4-FFF2-40B4-BE49-F238E27FC236}">
                  <a16:creationId xmlns:a16="http://schemas.microsoft.com/office/drawing/2014/main" id="{4D58D459-DAC8-04A1-4154-FD9D6E46D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15">
              <a:extLst>
                <a:ext uri="{FF2B5EF4-FFF2-40B4-BE49-F238E27FC236}">
                  <a16:creationId xmlns:a16="http://schemas.microsoft.com/office/drawing/2014/main" id="{D647EA7E-C899-D630-81B6-E19BA4345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0E234BDD-C97C-CF5F-FD39-DA8B5D986BCD}"/>
              </a:ext>
            </a:extLst>
          </p:cNvPr>
          <p:cNvSpPr txBox="1">
            <a:spLocks/>
          </p:cNvSpPr>
          <p:nvPr/>
        </p:nvSpPr>
        <p:spPr>
          <a:xfrm>
            <a:off x="1484311" y="1066799"/>
            <a:ext cx="10018713" cy="10922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pt-BR" dirty="0"/>
              <a:t>Integrantes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B8BEAD8-6F89-6D33-EEB5-CD3813E66148}"/>
              </a:ext>
            </a:extLst>
          </p:cNvPr>
          <p:cNvSpPr txBox="1">
            <a:spLocks/>
          </p:cNvSpPr>
          <p:nvPr/>
        </p:nvSpPr>
        <p:spPr>
          <a:xfrm>
            <a:off x="1484310" y="2568371"/>
            <a:ext cx="10018713" cy="3632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Eduardo dos Santos </a:t>
            </a:r>
            <a:r>
              <a:rPr lang="pt-BR" dirty="0" err="1"/>
              <a:t>Berlatto</a:t>
            </a:r>
            <a:r>
              <a:rPr lang="pt-BR" dirty="0"/>
              <a:t>, RA: 821220735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Guilherme Silva da Costa, RA: 82426746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Mariana Rosendo de Freitas, RA: 821236352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Pedro Henrique Freire de Oliveira, RA: 821224361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Rafael da Silva Rodrigues, RA 822165658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Vitor Nunes Oliveira, RA: 821224765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0449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31B3A-DDDF-76C8-0788-5749DF2F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tângulo 20">
            <a:extLst>
              <a:ext uri="{FF2B5EF4-FFF2-40B4-BE49-F238E27FC236}">
                <a16:creationId xmlns:a16="http://schemas.microsoft.com/office/drawing/2014/main" id="{50F14476-AD60-076D-BDB7-A18ABFCAB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E6218E4-5BCD-3F1B-0D70-6C953CF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orma Livre 6">
              <a:extLst>
                <a:ext uri="{FF2B5EF4-FFF2-40B4-BE49-F238E27FC236}">
                  <a16:creationId xmlns:a16="http://schemas.microsoft.com/office/drawing/2014/main" id="{ED2D5681-155D-4027-E7CE-08F70F330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orma Livre 7">
              <a:extLst>
                <a:ext uri="{FF2B5EF4-FFF2-40B4-BE49-F238E27FC236}">
                  <a16:creationId xmlns:a16="http://schemas.microsoft.com/office/drawing/2014/main" id="{12FA1616-751F-AC37-2F22-691B9AC9B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orma Livre 12">
              <a:extLst>
                <a:ext uri="{FF2B5EF4-FFF2-40B4-BE49-F238E27FC236}">
                  <a16:creationId xmlns:a16="http://schemas.microsoft.com/office/drawing/2014/main" id="{7D4C5617-556E-F320-B6EC-2E2BA7317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orma Livre 13">
              <a:extLst>
                <a:ext uri="{FF2B5EF4-FFF2-40B4-BE49-F238E27FC236}">
                  <a16:creationId xmlns:a16="http://schemas.microsoft.com/office/drawing/2014/main" id="{B50FA0A9-B42F-EE41-A554-F4151F9E9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orma Livre 14">
              <a:extLst>
                <a:ext uri="{FF2B5EF4-FFF2-40B4-BE49-F238E27FC236}">
                  <a16:creationId xmlns:a16="http://schemas.microsoft.com/office/drawing/2014/main" id="{17FABD3D-664F-BD3E-D9C5-23283D68E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orma Livre 15">
              <a:extLst>
                <a:ext uri="{FF2B5EF4-FFF2-40B4-BE49-F238E27FC236}">
                  <a16:creationId xmlns:a16="http://schemas.microsoft.com/office/drawing/2014/main" id="{C6F7DE28-DE37-57B0-2C0B-9E65519B3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73559C79-B687-276D-8924-05B197C4494D}"/>
              </a:ext>
            </a:extLst>
          </p:cNvPr>
          <p:cNvSpPr txBox="1">
            <a:spLocks/>
          </p:cNvSpPr>
          <p:nvPr/>
        </p:nvSpPr>
        <p:spPr>
          <a:xfrm>
            <a:off x="1484311" y="1066799"/>
            <a:ext cx="10018713" cy="10922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pt-BR" dirty="0"/>
              <a:t>Objetivo do projeto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38F6BA98-8EB4-9024-9F42-A9DD5B1BADE6}"/>
              </a:ext>
            </a:extLst>
          </p:cNvPr>
          <p:cNvSpPr txBox="1">
            <a:spLocks/>
          </p:cNvSpPr>
          <p:nvPr/>
        </p:nvSpPr>
        <p:spPr>
          <a:xfrm>
            <a:off x="1484310" y="2568371"/>
            <a:ext cx="10018713" cy="3632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dirty="0"/>
              <a:t>Criar um simulador de elevador com 4 andares (T, 1, 2, 3)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dirty="0"/>
              <a:t>Comportamento controlado por um PDA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dirty="0"/>
              <a:t>Interface e animação com Python e </a:t>
            </a:r>
            <a:r>
              <a:rPr lang="pt-BR" sz="2400" dirty="0" err="1"/>
              <a:t>Pygame</a:t>
            </a:r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96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969ED-FA6D-8F32-6209-43B621AB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CE5E5-4686-6007-0548-C1DF8F86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066799"/>
            <a:ext cx="10018713" cy="1092201"/>
          </a:xfrm>
        </p:spPr>
        <p:txBody>
          <a:bodyPr/>
          <a:lstStyle/>
          <a:p>
            <a:pPr algn="l"/>
            <a:r>
              <a:rPr lang="pt-BR" dirty="0"/>
              <a:t>O que é um Autômato de Pilha?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1A144A-2883-43DC-5128-709DE3ED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59001"/>
            <a:ext cx="10018713" cy="2184399"/>
          </a:xfrm>
        </p:spPr>
        <p:txBody>
          <a:bodyPr/>
          <a:lstStyle/>
          <a:p>
            <a:r>
              <a:rPr lang="pt-BR" dirty="0"/>
              <a:t>Autômato + memória do tipo pilha</a:t>
            </a:r>
          </a:p>
          <a:p>
            <a:r>
              <a:rPr lang="pt-BR" dirty="0"/>
              <a:t>Reconhece linguagens livres de contexto</a:t>
            </a:r>
          </a:p>
          <a:p>
            <a:r>
              <a:rPr lang="pt-BR" dirty="0"/>
              <a:t>Aceitação por estado final (utilizada no projeto)</a:t>
            </a:r>
          </a:p>
        </p:txBody>
      </p:sp>
    </p:spTree>
    <p:extLst>
      <p:ext uri="{BB962C8B-B14F-4D97-AF65-F5344CB8AC3E}">
        <p14:creationId xmlns:p14="http://schemas.microsoft.com/office/powerpoint/2010/main" val="70796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04DF9-34BD-9E29-7859-EA7B787C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17986-1876-1671-E2BA-DE810583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11" y="190499"/>
            <a:ext cx="10018713" cy="109220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Diagrama do PDA</a:t>
            </a:r>
          </a:p>
        </p:txBody>
      </p:sp>
      <p:pic>
        <p:nvPicPr>
          <p:cNvPr id="3" name="Picture 1272486246">
            <a:extLst>
              <a:ext uri="{FF2B5EF4-FFF2-40B4-BE49-F238E27FC236}">
                <a16:creationId xmlns:a16="http://schemas.microsoft.com/office/drawing/2014/main" id="{044B3F4F-18D8-02CD-EEAB-FF7D193B5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11" y="1143000"/>
            <a:ext cx="8675689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35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86393-CD82-B4D2-239F-2AEFA9EA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A7BCC-1245-2884-6147-E6EB7C7B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92201"/>
          </a:xfrm>
        </p:spPr>
        <p:txBody>
          <a:bodyPr/>
          <a:lstStyle/>
          <a:p>
            <a:pPr algn="l"/>
            <a:r>
              <a:rPr lang="pt-BR" dirty="0"/>
              <a:t>Nosso PDA – Definição Formal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27AB64-AB5A-E83E-7BE1-8B99BB965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92201"/>
            <a:ext cx="10018713" cy="430529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Q = {q₀, q₁, q₂, q₃, </a:t>
            </a:r>
            <a:r>
              <a:rPr lang="pt-BR" dirty="0" err="1"/>
              <a:t>q₀A</a:t>
            </a:r>
            <a:r>
              <a:rPr lang="pt-BR" dirty="0"/>
              <a:t>, </a:t>
            </a:r>
            <a:r>
              <a:rPr lang="pt-BR" dirty="0" err="1"/>
              <a:t>q₁A</a:t>
            </a:r>
            <a:r>
              <a:rPr lang="pt-BR" dirty="0"/>
              <a:t>, </a:t>
            </a:r>
            <a:r>
              <a:rPr lang="pt-BR" dirty="0" err="1"/>
              <a:t>q₂A</a:t>
            </a:r>
            <a:r>
              <a:rPr lang="pt-BR" dirty="0"/>
              <a:t>, </a:t>
            </a:r>
            <a:r>
              <a:rPr lang="pt-BR" dirty="0" err="1"/>
              <a:t>q₃A</a:t>
            </a:r>
            <a:r>
              <a:rPr lang="pt-BR" dirty="0"/>
              <a:t>}</a:t>
            </a:r>
          </a:p>
          <a:p>
            <a:pPr lvl="1"/>
            <a:r>
              <a:rPr lang="pt-BR" dirty="0"/>
              <a:t>→ Andares em movimento (q₀–q₃) + parados com porta aberta (</a:t>
            </a:r>
            <a:r>
              <a:rPr lang="pt-BR" dirty="0" err="1"/>
              <a:t>q₀A</a:t>
            </a:r>
            <a:r>
              <a:rPr lang="pt-BR" dirty="0"/>
              <a:t>–</a:t>
            </a:r>
            <a:r>
              <a:rPr lang="pt-BR" dirty="0" err="1"/>
              <a:t>q₃A</a:t>
            </a:r>
            <a:r>
              <a:rPr lang="pt-BR" dirty="0"/>
              <a:t>)</a:t>
            </a:r>
          </a:p>
          <a:p>
            <a:r>
              <a:rPr lang="el-GR" dirty="0"/>
              <a:t>Σ = {</a:t>
            </a:r>
            <a:r>
              <a:rPr lang="pt-BR" dirty="0" err="1"/>
              <a:t>Up</a:t>
            </a:r>
            <a:r>
              <a:rPr lang="pt-BR" dirty="0"/>
              <a:t>, Down, Open}</a:t>
            </a:r>
          </a:p>
          <a:p>
            <a:pPr lvl="1"/>
            <a:r>
              <a:rPr lang="pt-BR" dirty="0"/>
              <a:t>→ Ações do usuário</a:t>
            </a:r>
          </a:p>
          <a:p>
            <a:r>
              <a:rPr lang="el-GR" dirty="0"/>
              <a:t>Γ = {</a:t>
            </a:r>
            <a:r>
              <a:rPr lang="pt-BR" dirty="0"/>
              <a:t>F}</a:t>
            </a:r>
          </a:p>
          <a:p>
            <a:pPr lvl="1"/>
            <a:r>
              <a:rPr lang="pt-BR" dirty="0"/>
              <a:t>→ F representa “porta fechada” empilhada ao se mover</a:t>
            </a:r>
          </a:p>
          <a:p>
            <a:r>
              <a:rPr lang="pt-BR" dirty="0"/>
              <a:t>Estado inicial: </a:t>
            </a:r>
            <a:r>
              <a:rPr lang="pt-BR" dirty="0" err="1"/>
              <a:t>q₀A</a:t>
            </a:r>
            <a:r>
              <a:rPr lang="pt-BR" dirty="0"/>
              <a:t> (térreo com porta aberta)</a:t>
            </a:r>
          </a:p>
          <a:p>
            <a:r>
              <a:rPr lang="pt-BR" dirty="0"/>
              <a:t>Z₀ = </a:t>
            </a:r>
            <a:r>
              <a:rPr lang="el-GR" dirty="0"/>
              <a:t>ε (</a:t>
            </a:r>
            <a:r>
              <a:rPr lang="pt-BR" dirty="0"/>
              <a:t>pilha vazia no início)</a:t>
            </a:r>
          </a:p>
          <a:p>
            <a:r>
              <a:rPr lang="pt-BR" dirty="0"/>
              <a:t>Finais: {</a:t>
            </a:r>
            <a:r>
              <a:rPr lang="pt-BR" dirty="0" err="1"/>
              <a:t>q₀A</a:t>
            </a:r>
            <a:r>
              <a:rPr lang="pt-BR" dirty="0"/>
              <a:t>, </a:t>
            </a:r>
            <a:r>
              <a:rPr lang="pt-BR" dirty="0" err="1"/>
              <a:t>q₁A</a:t>
            </a:r>
            <a:r>
              <a:rPr lang="pt-BR" dirty="0"/>
              <a:t>, </a:t>
            </a:r>
            <a:r>
              <a:rPr lang="pt-BR" dirty="0" err="1"/>
              <a:t>q₂A</a:t>
            </a:r>
            <a:r>
              <a:rPr lang="pt-BR" dirty="0"/>
              <a:t>, </a:t>
            </a:r>
            <a:r>
              <a:rPr lang="pt-BR" dirty="0" err="1"/>
              <a:t>q₃A</a:t>
            </a:r>
            <a:r>
              <a:rPr lang="pt-BR" dirty="0"/>
              <a:t>}</a:t>
            </a:r>
          </a:p>
          <a:p>
            <a:pPr lvl="1"/>
            <a:r>
              <a:rPr lang="pt-BR" dirty="0"/>
              <a:t>→ Porta aberta em qualquer andar = estado final</a:t>
            </a:r>
          </a:p>
        </p:txBody>
      </p:sp>
    </p:spTree>
    <p:extLst>
      <p:ext uri="{BB962C8B-B14F-4D97-AF65-F5344CB8AC3E}">
        <p14:creationId xmlns:p14="http://schemas.microsoft.com/office/powerpoint/2010/main" val="17073705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367B5-4488-BF16-11C4-2D8DF4FB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8A5A0-6192-634A-8938-EACCA267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911" y="190499"/>
            <a:ext cx="10018713" cy="109220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Transições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147DE58-4BAF-4091-1955-E2C560FF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7911" y="1092199"/>
            <a:ext cx="4611689" cy="4978401"/>
          </a:xfrm>
        </p:spPr>
        <p:txBody>
          <a:bodyPr>
            <a:normAutofit/>
          </a:bodyPr>
          <a:lstStyle/>
          <a:p>
            <a:r>
              <a:rPr lang="pt-BR" dirty="0"/>
              <a:t>Subir:</a:t>
            </a:r>
          </a:p>
          <a:p>
            <a:pPr lvl="1"/>
            <a:r>
              <a:rPr lang="el-GR" dirty="0"/>
              <a:t>δ(</a:t>
            </a:r>
            <a:r>
              <a:rPr lang="pt-BR" dirty="0" err="1"/>
              <a:t>q₀A</a:t>
            </a:r>
            <a:r>
              <a:rPr lang="pt-BR" dirty="0"/>
              <a:t>, </a:t>
            </a:r>
            <a:r>
              <a:rPr lang="pt-BR" dirty="0" err="1"/>
              <a:t>Up</a:t>
            </a:r>
            <a:r>
              <a:rPr lang="pt-BR" dirty="0"/>
              <a:t>, </a:t>
            </a:r>
            <a:r>
              <a:rPr lang="el-GR" dirty="0"/>
              <a:t>ε) → (</a:t>
            </a:r>
            <a:r>
              <a:rPr lang="pt-BR" dirty="0"/>
              <a:t>q₁, F)</a:t>
            </a:r>
          </a:p>
          <a:p>
            <a:pPr lvl="1"/>
            <a:r>
              <a:rPr lang="el-GR" dirty="0"/>
              <a:t>δ(</a:t>
            </a:r>
            <a:r>
              <a:rPr lang="pt-BR" dirty="0" err="1"/>
              <a:t>q₁A</a:t>
            </a:r>
            <a:r>
              <a:rPr lang="pt-BR" dirty="0"/>
              <a:t>, </a:t>
            </a:r>
            <a:r>
              <a:rPr lang="pt-BR" dirty="0" err="1"/>
              <a:t>Up</a:t>
            </a:r>
            <a:r>
              <a:rPr lang="pt-BR" dirty="0"/>
              <a:t>, </a:t>
            </a:r>
            <a:r>
              <a:rPr lang="el-GR" dirty="0"/>
              <a:t>ε) → (</a:t>
            </a:r>
            <a:r>
              <a:rPr lang="pt-BR" dirty="0"/>
              <a:t>q₂, F)</a:t>
            </a:r>
          </a:p>
          <a:p>
            <a:pPr lvl="1"/>
            <a:r>
              <a:rPr lang="el-GR" dirty="0"/>
              <a:t>δ(</a:t>
            </a:r>
            <a:r>
              <a:rPr lang="pt-BR" dirty="0" err="1"/>
              <a:t>q₂A</a:t>
            </a:r>
            <a:r>
              <a:rPr lang="pt-BR" dirty="0"/>
              <a:t>, </a:t>
            </a:r>
            <a:r>
              <a:rPr lang="pt-BR" dirty="0" err="1"/>
              <a:t>Up</a:t>
            </a:r>
            <a:r>
              <a:rPr lang="pt-BR" dirty="0"/>
              <a:t>, </a:t>
            </a:r>
            <a:r>
              <a:rPr lang="el-GR" dirty="0"/>
              <a:t>ε) → (</a:t>
            </a:r>
            <a:r>
              <a:rPr lang="pt-BR" dirty="0"/>
              <a:t>q₃, F)</a:t>
            </a:r>
          </a:p>
          <a:p>
            <a:endParaRPr lang="pt-BR" dirty="0"/>
          </a:p>
          <a:p>
            <a:r>
              <a:rPr lang="pt-BR" dirty="0"/>
              <a:t>Descer:</a:t>
            </a:r>
          </a:p>
          <a:p>
            <a:pPr lvl="1"/>
            <a:r>
              <a:rPr lang="el-GR" dirty="0"/>
              <a:t>δ(</a:t>
            </a:r>
            <a:r>
              <a:rPr lang="pt-BR" dirty="0" err="1"/>
              <a:t>q₃A</a:t>
            </a:r>
            <a:r>
              <a:rPr lang="pt-BR" dirty="0"/>
              <a:t>, Down, F) → (q₂, </a:t>
            </a:r>
            <a:r>
              <a:rPr lang="el-GR" dirty="0"/>
              <a:t>ε)</a:t>
            </a:r>
            <a:endParaRPr lang="pt-BR" dirty="0"/>
          </a:p>
          <a:p>
            <a:pPr lvl="1"/>
            <a:r>
              <a:rPr lang="el-GR" dirty="0"/>
              <a:t>δ(</a:t>
            </a:r>
            <a:r>
              <a:rPr lang="pt-BR" dirty="0" err="1"/>
              <a:t>q₂A</a:t>
            </a:r>
            <a:r>
              <a:rPr lang="pt-BR" dirty="0"/>
              <a:t>, Down, F) → (q₁, </a:t>
            </a:r>
            <a:r>
              <a:rPr lang="el-GR" dirty="0"/>
              <a:t>ε)</a:t>
            </a:r>
            <a:endParaRPr lang="pt-BR" dirty="0"/>
          </a:p>
          <a:p>
            <a:pPr lvl="1"/>
            <a:r>
              <a:rPr lang="el-GR" dirty="0"/>
              <a:t>δ(</a:t>
            </a:r>
            <a:r>
              <a:rPr lang="pt-BR" dirty="0" err="1"/>
              <a:t>q₁A</a:t>
            </a:r>
            <a:r>
              <a:rPr lang="pt-BR" dirty="0"/>
              <a:t>, Down, F) → (q₀, </a:t>
            </a:r>
            <a:r>
              <a:rPr lang="el-GR" dirty="0"/>
              <a:t>ε)</a:t>
            </a: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7CD1BFDB-ACCF-89A1-27B8-AA8D50C55D75}"/>
              </a:ext>
            </a:extLst>
          </p:cNvPr>
          <p:cNvSpPr txBox="1">
            <a:spLocks/>
          </p:cNvSpPr>
          <p:nvPr/>
        </p:nvSpPr>
        <p:spPr>
          <a:xfrm>
            <a:off x="6925467" y="1092200"/>
            <a:ext cx="4611689" cy="497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Abrir porta:</a:t>
            </a:r>
          </a:p>
          <a:p>
            <a:pPr lvl="1"/>
            <a:r>
              <a:rPr lang="el-GR" dirty="0"/>
              <a:t>δ(</a:t>
            </a:r>
            <a:r>
              <a:rPr lang="pt-BR" dirty="0"/>
              <a:t>q₀, Open, F) → (</a:t>
            </a:r>
            <a:r>
              <a:rPr lang="pt-BR" dirty="0" err="1"/>
              <a:t>q₀A</a:t>
            </a:r>
            <a:r>
              <a:rPr lang="pt-BR" dirty="0"/>
              <a:t>, </a:t>
            </a:r>
            <a:r>
              <a:rPr lang="el-GR" dirty="0"/>
              <a:t>ε)</a:t>
            </a:r>
            <a:endParaRPr lang="pt-BR" dirty="0"/>
          </a:p>
          <a:p>
            <a:pPr lvl="1"/>
            <a:r>
              <a:rPr lang="el-GR" dirty="0"/>
              <a:t>δ(</a:t>
            </a:r>
            <a:r>
              <a:rPr lang="pt-BR" dirty="0"/>
              <a:t>q₁, Open, F) → (</a:t>
            </a:r>
            <a:r>
              <a:rPr lang="pt-BR" dirty="0" err="1"/>
              <a:t>q₁A</a:t>
            </a:r>
            <a:r>
              <a:rPr lang="pt-BR" dirty="0"/>
              <a:t>, </a:t>
            </a:r>
            <a:r>
              <a:rPr lang="el-GR" dirty="0"/>
              <a:t>ε)</a:t>
            </a:r>
            <a:endParaRPr lang="pt-BR" dirty="0"/>
          </a:p>
          <a:p>
            <a:pPr lvl="1"/>
            <a:r>
              <a:rPr lang="el-GR" dirty="0"/>
              <a:t>δ(</a:t>
            </a:r>
            <a:r>
              <a:rPr lang="pt-BR" dirty="0"/>
              <a:t>q₂, Open, F) → (</a:t>
            </a:r>
            <a:r>
              <a:rPr lang="pt-BR" dirty="0" err="1"/>
              <a:t>q₂A</a:t>
            </a:r>
            <a:r>
              <a:rPr lang="pt-BR" dirty="0"/>
              <a:t>, </a:t>
            </a:r>
            <a:r>
              <a:rPr lang="el-GR" dirty="0"/>
              <a:t>ε)</a:t>
            </a:r>
            <a:endParaRPr lang="pt-BR" dirty="0"/>
          </a:p>
          <a:p>
            <a:pPr lvl="1"/>
            <a:r>
              <a:rPr lang="el-GR" dirty="0"/>
              <a:t>δ(</a:t>
            </a:r>
            <a:r>
              <a:rPr lang="pt-BR" dirty="0"/>
              <a:t>q₃, Open, F) → (</a:t>
            </a:r>
            <a:r>
              <a:rPr lang="pt-BR" dirty="0" err="1"/>
              <a:t>q₃A</a:t>
            </a:r>
            <a:r>
              <a:rPr lang="pt-BR" dirty="0"/>
              <a:t>, </a:t>
            </a:r>
            <a:r>
              <a:rPr lang="el-GR" dirty="0"/>
              <a:t>ε)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8613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E5D3B-5D1C-629C-F159-658EE8E76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1" y="1575110"/>
            <a:ext cx="10018713" cy="1752599"/>
          </a:xfrm>
        </p:spPr>
        <p:txBody>
          <a:bodyPr>
            <a:normAutofit/>
          </a:bodyPr>
          <a:lstStyle/>
          <a:p>
            <a:r>
              <a:rPr lang="pt-BR" dirty="0"/>
              <a:t>Vamos ao código!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A9E9633-B26D-9930-A31B-1BDC7A245DBD}"/>
              </a:ext>
            </a:extLst>
          </p:cNvPr>
          <p:cNvSpPr txBox="1">
            <a:spLocks/>
          </p:cNvSpPr>
          <p:nvPr/>
        </p:nvSpPr>
        <p:spPr>
          <a:xfrm>
            <a:off x="1086641" y="269209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hlinkClick r:id="rId2"/>
              </a:rPr>
              <a:t>Link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893014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935_TF22644756.potx" id="{25CE464C-08B3-4808-A399-3C205DAD0000}" vid="{1BB6FADC-9335-4E4C-AD0D-39BEC1BC97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d98d92-a0c4-479e-9b44-8bc2a971494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084FA628CF0E48B67944BF2F82337E" ma:contentTypeVersion="14" ma:contentTypeDescription="Create a new document." ma:contentTypeScope="" ma:versionID="5e53bd239fec84d0899369e922847ccb">
  <xsd:schema xmlns:xsd="http://www.w3.org/2001/XMLSchema" xmlns:xs="http://www.w3.org/2001/XMLSchema" xmlns:p="http://schemas.microsoft.com/office/2006/metadata/properties" xmlns:ns3="98d98d92-a0c4-479e-9b44-8bc2a9714946" xmlns:ns4="9fe2ddb9-34cb-4a09-80e9-aadf0ec860a1" targetNamespace="http://schemas.microsoft.com/office/2006/metadata/properties" ma:root="true" ma:fieldsID="88d2c30df75d59037011867de39039be" ns3:_="" ns4:_="">
    <xsd:import namespace="98d98d92-a0c4-479e-9b44-8bc2a9714946"/>
    <xsd:import namespace="9fe2ddb9-34cb-4a09-80e9-aadf0ec860a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98d92-a0c4-479e-9b44-8bc2a97149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e2ddb9-34cb-4a09-80e9-aadf0ec860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purl.org/dc/elements/1.1/"/>
    <ds:schemaRef ds:uri="http://purl.org/dc/dcmitype/"/>
    <ds:schemaRef ds:uri="9fe2ddb9-34cb-4a09-80e9-aadf0ec860a1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8d98d92-a0c4-479e-9b44-8bc2a971494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2A3B879-8BA0-4542-83C1-155945296F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d98d92-a0c4-479e-9b44-8bc2a9714946"/>
    <ds:schemaRef ds:uri="9fe2ddb9-34cb-4a09-80e9-aadf0ec860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de Paralaxe</Template>
  <TotalTime>63</TotalTime>
  <Words>455</Words>
  <Application>Microsoft Office PowerPoint</Application>
  <PresentationFormat>Widescreen</PresentationFormat>
  <Paragraphs>49</Paragraphs>
  <Slides>8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Paralaxe</vt:lpstr>
      <vt:lpstr>Case 2 – Simulação de Elevador com Autômato de Pilha</vt:lpstr>
      <vt:lpstr>Apresentação do PowerPoint</vt:lpstr>
      <vt:lpstr>Apresentação do PowerPoint</vt:lpstr>
      <vt:lpstr>O que é um Autômato de Pilha?</vt:lpstr>
      <vt:lpstr>Diagrama do PDA</vt:lpstr>
      <vt:lpstr>Nosso PDA – Definição Formal</vt:lpstr>
      <vt:lpstr>Transições</vt:lpstr>
      <vt:lpstr>Vamos ao código!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Henrique Freire de Oliveira - 821224361</dc:creator>
  <cp:lastModifiedBy>Pedro Henrique Freire de Oliveira</cp:lastModifiedBy>
  <cp:revision>2</cp:revision>
  <dcterms:created xsi:type="dcterms:W3CDTF">2025-04-29T15:37:51Z</dcterms:created>
  <dcterms:modified xsi:type="dcterms:W3CDTF">2025-04-29T22:47:31Z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0x0101000B084FA628CF0E48B67944BF2F82337E</vt:lpwstr>
  </property>
</Properties>
</file>